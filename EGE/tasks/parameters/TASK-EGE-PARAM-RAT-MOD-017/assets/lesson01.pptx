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0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2D5F1B-75A7-4A3E-A332-4B5428F1D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FFF8325-5905-408C-BBE1-1F285FEFD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D667AE-11DB-49F3-8596-8C1A9FC0A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EC26-5560-4556-98BB-24CDCF9AD6E2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A455E7-EC23-4729-9BC4-80A1C680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3FB635-6DA1-4403-AF77-54BF7A17A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D76C-B897-4604-9B76-44FC3C537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909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FFA205-4A95-411E-B79C-F8CC9CE16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26129F-2C7D-4919-807D-282E24A8B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B6CBE9-009D-4157-A821-93FE0C4D0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EC26-5560-4556-98BB-24CDCF9AD6E2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69E7D0-8AD6-4317-99F6-4960498B1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38F123-0E6A-4AAB-9CE4-E068C65C4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D76C-B897-4604-9B76-44FC3C537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510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20AA12-3CE8-411F-9D10-F24C29E17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75A976-7610-4051-90CA-63C3B9D81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D4875B-C3BC-4116-BAF8-90211F89E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EC26-5560-4556-98BB-24CDCF9AD6E2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F8384F-4032-461C-8396-C73145B6E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1607F0-D783-484A-9D78-822A42A27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D76C-B897-4604-9B76-44FC3C537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890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5BD9A1-E5C1-4F1B-8B99-02802B2B5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8E699D-7C30-4862-AEE7-7DDA8E913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66B384B-69B0-4840-8EC7-EA39C8F90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9B1DAF-4475-42C4-827C-C069FD4FE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EC26-5560-4556-98BB-24CDCF9AD6E2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80F52C-2E14-47EB-B17B-64EDD95BC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94A0F1-8635-4AD6-A4F1-49EF94E8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D76C-B897-4604-9B76-44FC3C537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1226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912A3B-F2E8-4F55-86B6-EFA0BBCAE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0C0BD9-C3AE-4293-B67E-700DEC3D7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E040C8-8D78-4790-A2CB-7DF813A6F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B6B320-5F74-4554-9BB3-DB8FFAE87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C670E56-EC0A-4AF9-AB4C-0FDB43BC44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75D13C5-BF9C-4C8D-96B1-9FBB61ED4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EC26-5560-4556-98BB-24CDCF9AD6E2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6D9F463-E874-447C-A1E5-EE2193F99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FB4F0EC-167A-497B-B9A4-5037C4B35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D76C-B897-4604-9B76-44FC3C537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5914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5783C-6412-441E-A0C6-3D9EEE69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F9D1FAF-1971-4B95-8B7D-7DE103501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EC26-5560-4556-98BB-24CDCF9AD6E2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5170558-3DD2-4CC7-A9F6-F576EEA1F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4B33E1-21AA-4867-869C-3FF4AB159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D76C-B897-4604-9B76-44FC3C537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029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23A8464-0942-43E0-B959-31953C484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EC26-5560-4556-98BB-24CDCF9AD6E2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70B8129-2007-4970-A525-0B6C146CD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3E2E6E-7AD4-44B1-8D98-ED83B2DF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D76C-B897-4604-9B76-44FC3C537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9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CD8EB-87A5-465B-B68D-608EF5CA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85D1F0-BD15-4B3F-B837-780256E2A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D2EF10-EDCE-48EB-8B10-09016F2F9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39BE47-E01C-4705-B999-D6F56C26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EC26-5560-4556-98BB-24CDCF9AD6E2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E9CC84-643D-4C97-8007-14A63F947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1315C9-EFA6-4268-9DB8-934FD6C3C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D76C-B897-4604-9B76-44FC3C537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36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1FE2D2-700F-457E-8BC1-EB21A8838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3595D5B-19D5-4842-BBC9-DAF35CF3BC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780456-4B1C-46AC-98C5-FD5148159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72E99C-480D-4742-B1E5-5078AD34E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EC26-5560-4556-98BB-24CDCF9AD6E2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72CAC8-AA51-4225-AC8B-934118D17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A20B9B-F8A6-4723-B389-F3E2616DC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D76C-B897-4604-9B76-44FC3C537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668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05C050-9819-4C8C-BA28-CCA14A5BB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5D53F9-505E-4182-B4EB-BC785F0D5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C9FE60-462F-49E9-8455-1120BEC83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EC26-5560-4556-98BB-24CDCF9AD6E2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F6E7BB-2C88-45D1-A324-975813ADA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580F3B-F615-4FBD-AB9D-0DE7B24C7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D76C-B897-4604-9B76-44FC3C537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846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89FCAE1-A5CD-4B89-8584-2709D22A4C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5DB7E1-2831-46E5-9938-528F7194F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35669A-161E-4CF6-860B-A51AFF041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EC26-5560-4556-98BB-24CDCF9AD6E2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E4936B-31EF-4D8F-8DBF-D1ACBB2EC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D884AC-0004-4759-AA74-2769D467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D76C-B897-4604-9B76-44FC3C537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32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6E5B08-D7C1-4EB2-A20A-DE9927E8E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173DB8-9A22-4151-8312-94AFADC18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C0E08A-1426-41DF-B07F-4A00633D5C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AEC26-5560-4556-98BB-24CDCF9AD6E2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6C3E98-33B8-49E5-B544-C79C65F8C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89E6F5-FB2E-4188-9813-EB940AE6D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CD76C-B897-4604-9B76-44FC3C537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981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EA6E61-7069-49F5-8458-0EAC5E25E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72" y="-169770"/>
            <a:ext cx="9840698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701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3C924D3-0FDF-4F2F-B519-93B8865C6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8" y="103065"/>
            <a:ext cx="6171708" cy="270305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23837A0-A9CA-4F7A-8BA3-8E143FBCA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75" y="2788051"/>
            <a:ext cx="6313260" cy="332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1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0E971E1-C8D7-48E7-AD29-235058035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79" y="247257"/>
            <a:ext cx="7983064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9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20B746-78BA-40CE-90C6-0F76B7B08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24" y="2944448"/>
            <a:ext cx="8030696" cy="166710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AFAD39-703F-4DAC-B085-5C7A7A7B6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20" y="1"/>
            <a:ext cx="7913605" cy="248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021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8DE657-B863-4171-B6F3-3F01B7590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63" y="410243"/>
            <a:ext cx="4561720" cy="152911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992E55-F2B7-41F4-9C72-64F1FA7F6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349" y="0"/>
            <a:ext cx="4118398" cy="129572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E7AF69-0BE3-47B7-A88D-CF7BE1ED5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98" y="1985589"/>
            <a:ext cx="5715519" cy="404346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D02E6D-E46A-4117-B264-03810A2C0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9577" y="271712"/>
            <a:ext cx="5379142" cy="168824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61F9DC5-500C-4564-8235-07D4AC3121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7230" y="2079884"/>
            <a:ext cx="5154627" cy="22701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4AD4D70-45BE-4642-AE2F-63B3B2BFC8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4485" y="4496740"/>
            <a:ext cx="4804344" cy="140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9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466879-C0A9-48F9-BCC7-6DD7ADC6B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94" y="86367"/>
            <a:ext cx="6157641" cy="229121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28AFD7-F522-4506-A4ED-1DEE74275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349" y="0"/>
            <a:ext cx="4118398" cy="129572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78312E-5F80-4DAF-A5D3-DE9CA4CFC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69" y="2418727"/>
            <a:ext cx="4940180" cy="84781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AE729B-639A-406F-B79C-7F7433EBA3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333" y="3263449"/>
            <a:ext cx="4533956" cy="256451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D2E2992-05B3-422B-9284-3E0ED4CE76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3954" y="3093118"/>
            <a:ext cx="4901936" cy="251398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687BF21-BB14-4BC0-8F36-CC7F59BC2A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1032" y="5742716"/>
            <a:ext cx="4882496" cy="71936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EEA9DBB-E383-45C6-A337-EB18E412CC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0343" y="117075"/>
            <a:ext cx="5621657" cy="218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68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16267AA-7713-48B5-A1A6-C57846219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18" y="257028"/>
            <a:ext cx="5696854" cy="209026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A25DFB-F92B-4D05-BC38-D6A63D004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12" y="2734856"/>
            <a:ext cx="5177466" cy="78399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3A5758-F8EA-4E38-85DA-5BCD105BA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61" y="3889399"/>
            <a:ext cx="5480992" cy="90636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342BF2-51F8-4E80-AE55-F2A46D6662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212" y="2725995"/>
            <a:ext cx="5677154" cy="236903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DFA6A0-BA63-400D-A0D6-5656FB0B12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389" y="0"/>
            <a:ext cx="5734135" cy="180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70B8E49-BF19-470E-80C4-2B6AAEEE1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80" y="311067"/>
            <a:ext cx="5011995" cy="112258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F1ADA8-875E-46C7-859F-FCA5A0FB6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170" y="228206"/>
            <a:ext cx="5754323" cy="247060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0A0B8CF-40A9-43D6-AD3E-66945A06F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3692" y="3483232"/>
            <a:ext cx="6887536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39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E0459CA-62B8-4817-B25F-ECE4FE38A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35" y="134550"/>
            <a:ext cx="7621064" cy="67636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9DEC67-ED0A-4058-BE59-D58BE35FC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93" y="994763"/>
            <a:ext cx="5600313" cy="315254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0266C0-935F-44EA-BE42-A5267757D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766" y="942735"/>
            <a:ext cx="6343343" cy="163802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497C55-5326-434D-AB4B-78F6BEA9A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645" y="2892216"/>
            <a:ext cx="6345307" cy="187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954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F91A5DE-4022-4A87-9482-8CE629F61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200042"/>
            <a:ext cx="6644422" cy="539185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E908DA-0B77-40A2-88DB-8A9958157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649" y="0"/>
            <a:ext cx="5229225" cy="164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80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DD78267-9853-4747-87C2-F05E857A5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55" y="109135"/>
            <a:ext cx="7449590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2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AE5FA50-D42E-4232-93FF-5DD034553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75" y="304574"/>
            <a:ext cx="7344800" cy="323895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382616-4E51-4AC9-B088-F670CC8F7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0" y="168463"/>
            <a:ext cx="4391024" cy="138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78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40D7D29-9D79-4A8E-A6F6-C3D19FD3D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20" y="447445"/>
            <a:ext cx="7240010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01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968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2272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Широкоэкранный</PresentationFormat>
  <Paragraphs>0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Alex</dc:creator>
  <cp:lastModifiedBy>Alex</cp:lastModifiedBy>
  <cp:revision>4</cp:revision>
  <dcterms:created xsi:type="dcterms:W3CDTF">2026-07-12T14:17:00Z</dcterms:created>
  <dcterms:modified xsi:type="dcterms:W3CDTF">2026-07-12T14:38:28Z</dcterms:modified>
</cp:coreProperties>
</file>