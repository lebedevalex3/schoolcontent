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F167AF-09CD-4748-9F3D-29CDCAF9F6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DD103CB-1E67-44F6-9DAF-00F4B9D08B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A5588B-C5B1-43FF-B243-E548FA232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E6980-BFAC-49D5-AB17-C115002EABD7}" type="datetimeFigureOut">
              <a:rPr lang="ru-RU" smtClean="0"/>
              <a:t>12.07.2026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79566C-6606-4665-8502-276D75A18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4BD893-DF1D-40A3-B09C-514046450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9654C-E93E-4547-ACF9-A5479BA35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848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655B82-B679-456C-B171-E267F856E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935F47-4B95-4E24-82A1-F076DE6F9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3B4F19-BAF2-4B70-B2DB-814A9E637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E6980-BFAC-49D5-AB17-C115002EABD7}" type="datetimeFigureOut">
              <a:rPr lang="ru-RU" smtClean="0"/>
              <a:t>12.07.2026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1F5368-A42D-4D66-AF60-AE81AF6FF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5A4B73-7231-4042-A2DB-93644884F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9654C-E93E-4547-ACF9-A5479BA35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320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BF055D-BE8B-4AA4-BFFD-B0090E6D8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EA870B5-0A2F-4C89-8FB3-97A152573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673CB09-C7BA-4B30-971B-B096BB4D9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E6980-BFAC-49D5-AB17-C115002EABD7}" type="datetimeFigureOut">
              <a:rPr lang="ru-RU" smtClean="0"/>
              <a:t>12.07.2026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AF5A04-2411-4208-8344-541F8B805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890FA0-F11A-4951-A8CC-980544603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9654C-E93E-4547-ACF9-A5479BA35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5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058562-157F-4441-ABB4-EC0EE1449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DCAC26-2022-48DD-8D7D-9CD65457A9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9AFF91-D05A-4647-85CD-F94E5399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BCC66A-D851-4291-BDEE-E7FB7550A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E6980-BFAC-49D5-AB17-C115002EABD7}" type="datetimeFigureOut">
              <a:rPr lang="ru-RU" smtClean="0"/>
              <a:t>12.07.2026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DA4AF0-9A57-4076-853C-1223ABD16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4538DA6-0EC3-455B-9AD2-CA6A6A91B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9654C-E93E-4547-ACF9-A5479BA35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3361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787748-FEE4-4ABB-8C19-6E6B7F278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903C8D-7984-48EA-AA46-4DA471D0BB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7BDE1CC-FEB3-41FF-8836-B3E51FD363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DE95565-ED28-4F46-9E9B-8C8BA14B71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FBCAB77-4A24-419B-B1A0-0ECEA1D988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BB47499-9262-4F9C-AEA2-DA95B9689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E6980-BFAC-49D5-AB17-C115002EABD7}" type="datetimeFigureOut">
              <a:rPr lang="ru-RU" smtClean="0"/>
              <a:t>12.07.2026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F0050E0-292A-4B13-BD11-90D875A87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CD02A7D-EC27-4919-BFC7-39D415E47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9654C-E93E-4547-ACF9-A5479BA35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507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D792AE-2616-4D5D-9C77-AFF5F1208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645FA14-D270-41EB-9432-F8DF5E983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E6980-BFAC-49D5-AB17-C115002EABD7}" type="datetimeFigureOut">
              <a:rPr lang="ru-RU" smtClean="0"/>
              <a:t>12.07.2026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E0ED6E-CD3D-4F76-B66C-BD47F4C4B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ED864AD-D4AB-4464-A7D7-6EA092701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9654C-E93E-4547-ACF9-A5479BA35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844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8D32E67-8580-4669-8A86-554F60AD3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E6980-BFAC-49D5-AB17-C115002EABD7}" type="datetimeFigureOut">
              <a:rPr lang="ru-RU" smtClean="0"/>
              <a:t>12.07.2026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E61696B-AAA8-49D0-B11F-EBFABF52F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509222E-9952-4C2D-A9CF-3B3D3539F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9654C-E93E-4547-ACF9-A5479BA35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6829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6FC833-828C-498E-881A-ED15CA874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0C5D01-DCBF-4AE2-9B3E-9A18E1F45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CA33368-5DCF-46AA-A4E3-FECD0B95C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02A39F-1437-43C2-8F08-E3DAD1C2E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E6980-BFAC-49D5-AB17-C115002EABD7}" type="datetimeFigureOut">
              <a:rPr lang="ru-RU" smtClean="0"/>
              <a:t>12.07.2026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B1C3C95-9BF2-48C5-85AF-B96FC09B0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DE989FB-A15F-4AA6-A687-F81BF5DCD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9654C-E93E-4547-ACF9-A5479BA35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958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10EDDB-E502-44D5-BD2C-AB36C066D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1CAF80B-382E-4EA4-A5AE-D2225DC98D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AB4351-9390-413B-A357-1294BA058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160048F-2E75-4FD0-95ED-BB3D2BCD9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E6980-BFAC-49D5-AB17-C115002EABD7}" type="datetimeFigureOut">
              <a:rPr lang="ru-RU" smtClean="0"/>
              <a:t>12.07.2026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EF6E1E-DB35-4D9F-BF20-AA130BD3F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5E0A39B-77D0-4FF8-A20D-999D888BB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9654C-E93E-4547-ACF9-A5479BA35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1106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D2AF18-CF69-4D5F-9786-8CBF390A9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9570D8D-E0B0-4217-8164-018EE17CE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ED5FF2-1BC2-49C0-82F8-6B8C82131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E6980-BFAC-49D5-AB17-C115002EABD7}" type="datetimeFigureOut">
              <a:rPr lang="ru-RU" smtClean="0"/>
              <a:t>12.07.2026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07DB4C-B409-4543-92B3-615EFCDE4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0B81DE-8BB9-4F09-AC6B-CB7290561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9654C-E93E-4547-ACF9-A5479BA35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8483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98E6EB4-0493-404D-B853-9008338EC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F22DCEA-6557-4C57-AAAF-E2BB1560B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D33B44-2263-44DE-9F30-A69B732C6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E6980-BFAC-49D5-AB17-C115002EABD7}" type="datetimeFigureOut">
              <a:rPr lang="ru-RU" smtClean="0"/>
              <a:t>12.07.2026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741074-9A78-49B0-9219-59F1E7D97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E4D545-C7EC-4B38-9A2F-2648F25B6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9654C-E93E-4547-ACF9-A5479BA35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4036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371FB-ABDC-4FD9-B67F-C3910ED00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4A9FA4-D6A7-4AE5-86BC-95E0CA051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993681-32FB-4001-B3B6-0BAECC0256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E6980-BFAC-49D5-AB17-C115002EABD7}" type="datetimeFigureOut">
              <a:rPr lang="ru-RU" smtClean="0"/>
              <a:t>12.07.2026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BCF000-39A9-4CEF-BA0B-F29FEDFE99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9D17A2-F62B-4420-BDB8-9DFEEAAA0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E9654C-E93E-4547-ACF9-A5479BA355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631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DF8D600-D576-4EC0-B888-C545BC8A2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48" y="221634"/>
            <a:ext cx="6289305" cy="494159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A631E05-7C49-4BBC-9B23-4772A97AA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755" y="622778"/>
            <a:ext cx="5508548" cy="178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197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9654915-D453-4396-AC5A-3DE0D51D89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45" y="230818"/>
            <a:ext cx="6039244" cy="639636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6C33FE-5F77-496A-8667-631F00217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225" y="553036"/>
            <a:ext cx="5633167" cy="119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037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44BB591-836D-4063-AF30-C4F0B2018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84" y="265961"/>
            <a:ext cx="5145828" cy="348058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75FBEF0-A1D1-4B3F-A09B-56DE762E2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544" y="381739"/>
            <a:ext cx="5189366" cy="412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27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8590391-6E14-4567-8008-1FED96A78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25" y="131380"/>
            <a:ext cx="6014524" cy="541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532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8E49EE1-C428-4DD1-B435-992F10425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63" y="142563"/>
            <a:ext cx="6163535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897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64D0F48-5583-45AB-A18F-9917FA4C2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30" y="192103"/>
            <a:ext cx="5992061" cy="4201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714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26AD06A-6783-4D28-8800-336DD6A7F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73" y="90230"/>
            <a:ext cx="5538330" cy="178045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1937543-E3DE-4950-B51F-A8E8011AA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116" y="0"/>
            <a:ext cx="5294614" cy="416005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1E9566-29E5-4E60-9C31-4D16ACE41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351" y="2054584"/>
            <a:ext cx="5185818" cy="199117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8D2479-D19C-48AB-ABA3-AE321416D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595" y="4040387"/>
            <a:ext cx="5201081" cy="181887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023E6E3-3994-47C5-A4A0-A6EDEB5157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7836" y="4435812"/>
            <a:ext cx="5413597" cy="157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94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F985D0D-4322-4AB8-BC57-12857D1F78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9422"/>
          <a:stretch/>
        </p:blipFill>
        <p:spPr>
          <a:xfrm>
            <a:off x="1" y="199162"/>
            <a:ext cx="5868140" cy="139881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31EADDD-A75F-49D9-A913-C7AAB9627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116" y="0"/>
            <a:ext cx="5294614" cy="416005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0D1AADE-3951-4F1A-A09C-513084DD32E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2814"/>
          <a:stretch/>
        </p:blipFill>
        <p:spPr>
          <a:xfrm>
            <a:off x="62144" y="1595976"/>
            <a:ext cx="5726343" cy="12448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076A7D3-13B1-4D0B-9E75-13F1E3612EF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0574"/>
          <a:stretch/>
        </p:blipFill>
        <p:spPr>
          <a:xfrm>
            <a:off x="67309" y="2592106"/>
            <a:ext cx="5570011" cy="2050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16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7ECB710-52EE-4D18-97D8-B8FFD7AFB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06" y="165729"/>
            <a:ext cx="7287642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516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47A4B58-FEA4-4E71-9ED2-6F0B9A50B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78" y="221941"/>
            <a:ext cx="6570350" cy="629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2305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Широкоэкранный</PresentationFormat>
  <Paragraphs>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Alex</dc:creator>
  <cp:lastModifiedBy>Alex</cp:lastModifiedBy>
  <cp:revision>3</cp:revision>
  <dcterms:created xsi:type="dcterms:W3CDTF">2026-07-12T14:40:48Z</dcterms:created>
  <dcterms:modified xsi:type="dcterms:W3CDTF">2026-07-12T14:59:16Z</dcterms:modified>
</cp:coreProperties>
</file>